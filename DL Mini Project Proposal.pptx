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3ec32f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3ec32f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d3ec32f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d3ec32f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3ec32f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3ec32f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d94f2483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d94f2483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d3ec32f1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d3ec32f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d94f2483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d94f2483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d3ec32f1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d3ec32f1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justchenhao.github.io/LEVIR/" TargetMode="External"/><Relationship Id="rId4" Type="http://schemas.openxmlformats.org/officeDocument/2006/relationships/hyperlink" Target="https://justchenhao.github.io/LEVIR/" TargetMode="External"/><Relationship Id="rId5" Type="http://schemas.openxmlformats.org/officeDocument/2006/relationships/hyperlink" Target="https://justchenhao.github.io/LEVIR/" TargetMode="External"/><Relationship Id="rId6" Type="http://schemas.openxmlformats.org/officeDocument/2006/relationships/hyperlink" Target="https://github.com/qubvel/segmentation_models" TargetMode="External"/><Relationship Id="rId7" Type="http://schemas.openxmlformats.org/officeDocument/2006/relationships/hyperlink" Target="https://github.com/qubvel/segmentation_model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23400" y="349050"/>
            <a:ext cx="8520600" cy="31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8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88"/>
              <a:t>Final Mini Project Proposal</a:t>
            </a:r>
            <a:endParaRPr sz="508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8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88"/>
              <a:t>Urban Change Detection Using Siamese U-Net on Satellite Imagery</a:t>
            </a:r>
            <a:br>
              <a:rPr lang="en"/>
            </a:b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465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Team: Laura Li, Maggie Tu, Alara Kaymak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6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35125" y="1054025"/>
            <a:ext cx="395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91">
                <a:solidFill>
                  <a:schemeClr val="dk1"/>
                </a:solidFill>
              </a:rPr>
              <a:t>Cities change constantly through construction, demolition, and land-use modifications. These changes need to be monitored to support:</a:t>
            </a:r>
            <a:endParaRPr sz="1391">
              <a:solidFill>
                <a:schemeClr val="dk1"/>
              </a:solidFill>
            </a:endParaRPr>
          </a:p>
          <a:p>
            <a:pPr indent="-272535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92"/>
              <a:buChar char="●"/>
            </a:pPr>
            <a:r>
              <a:rPr lang="en" sz="1391">
                <a:solidFill>
                  <a:schemeClr val="dk1"/>
                </a:solidFill>
              </a:rPr>
              <a:t>Urban planning</a:t>
            </a:r>
            <a:br>
              <a:rPr lang="en" sz="1391">
                <a:solidFill>
                  <a:schemeClr val="dk1"/>
                </a:solidFill>
              </a:rPr>
            </a:br>
            <a:endParaRPr sz="1391">
              <a:solidFill>
                <a:schemeClr val="dk1"/>
              </a:solidFill>
            </a:endParaRPr>
          </a:p>
          <a:p>
            <a:pPr indent="-27253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2"/>
              <a:buChar char="●"/>
            </a:pPr>
            <a:r>
              <a:rPr lang="en" sz="1391">
                <a:solidFill>
                  <a:schemeClr val="dk1"/>
                </a:solidFill>
              </a:rPr>
              <a:t>Infrastructure maintenance</a:t>
            </a:r>
            <a:br>
              <a:rPr lang="en" sz="1391">
                <a:solidFill>
                  <a:schemeClr val="dk1"/>
                </a:solidFill>
              </a:rPr>
            </a:br>
            <a:endParaRPr sz="1391">
              <a:solidFill>
                <a:schemeClr val="dk1"/>
              </a:solidFill>
            </a:endParaRPr>
          </a:p>
          <a:p>
            <a:pPr indent="-27253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2"/>
              <a:buChar char="●"/>
            </a:pPr>
            <a:r>
              <a:rPr lang="en" sz="1391">
                <a:solidFill>
                  <a:schemeClr val="dk1"/>
                </a:solidFill>
              </a:rPr>
              <a:t>Disaster response</a:t>
            </a:r>
            <a:endParaRPr sz="139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91">
                <a:solidFill>
                  <a:schemeClr val="dk1"/>
                </a:solidFill>
              </a:rPr>
              <a:t>Manual inspection of satellite imagery is slow and expensive. Automated change detection provides an efficient way to identify where significant changes occur between two different time periods.</a:t>
            </a:r>
            <a:endParaRPr sz="139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2" name="Google Shape;62;p14" title="test_100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900" y="1054013"/>
            <a:ext cx="2394675" cy="303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test_1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8575" y="1054013"/>
            <a:ext cx="2230451" cy="303547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5220125" y="4089475"/>
            <a:ext cx="10581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91">
                <a:solidFill>
                  <a:schemeClr val="dk1"/>
                </a:solidFill>
              </a:rPr>
              <a:t>Before</a:t>
            </a:r>
            <a:endParaRPr b="1" sz="19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7500975" y="4089475"/>
            <a:ext cx="10581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91">
                <a:solidFill>
                  <a:schemeClr val="dk1"/>
                </a:solidFill>
              </a:rPr>
              <a:t>After</a:t>
            </a:r>
            <a:endParaRPr b="1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458800"/>
            <a:ext cx="8298300" cy="31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chemeClr val="dk1"/>
                </a:solidFill>
              </a:rPr>
              <a:t>Subtle or small changes can be difficult to detect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chemeClr val="dk1"/>
                </a:solidFill>
              </a:rPr>
              <a:t>High variability in urban scenes (lighting, seasonal differences, shadows)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chemeClr val="dk1"/>
                </a:solidFill>
              </a:rPr>
              <a:t>Precise pixel-level localization is required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chemeClr val="dk1"/>
                </a:solidFill>
              </a:rPr>
              <a:t>Siamese networks require strong alignment between image pairs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chemeClr val="dk1"/>
                </a:solidFill>
              </a:rPr>
              <a:t>Risk of overfitting due to large variations and limited labeled change pixels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015650"/>
            <a:ext cx="4456500" cy="28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382">
                <a:solidFill>
                  <a:schemeClr val="dk1"/>
                </a:solidFill>
              </a:rPr>
              <a:t>We will implement </a:t>
            </a:r>
            <a:r>
              <a:rPr b="1" lang="en" sz="1382">
                <a:solidFill>
                  <a:schemeClr val="dk1"/>
                </a:solidFill>
              </a:rPr>
              <a:t>Siamese U-Net</a:t>
            </a:r>
            <a:r>
              <a:rPr lang="en" sz="1382">
                <a:solidFill>
                  <a:schemeClr val="dk1"/>
                </a:solidFill>
              </a:rPr>
              <a:t> with shared encoder weights.</a:t>
            </a:r>
            <a:endParaRPr sz="138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382">
                <a:solidFill>
                  <a:schemeClr val="dk1"/>
                </a:solidFill>
              </a:rPr>
              <a:t>Pipeline:</a:t>
            </a:r>
            <a:endParaRPr sz="1382">
              <a:solidFill>
                <a:schemeClr val="dk1"/>
              </a:solidFill>
            </a:endParaRPr>
          </a:p>
          <a:p>
            <a:pPr indent="-31638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82"/>
              <a:buAutoNum type="arabicPeriod"/>
            </a:pPr>
            <a:r>
              <a:rPr lang="en" sz="1382">
                <a:solidFill>
                  <a:schemeClr val="dk1"/>
                </a:solidFill>
              </a:rPr>
              <a:t>Input: Two satellite images of same location (T1, T2)</a:t>
            </a:r>
            <a:br>
              <a:rPr lang="en" sz="1382">
                <a:solidFill>
                  <a:schemeClr val="dk1"/>
                </a:solidFill>
              </a:rPr>
            </a:br>
            <a:endParaRPr sz="1382">
              <a:solidFill>
                <a:schemeClr val="dk1"/>
              </a:solidFill>
            </a:endParaRPr>
          </a:p>
          <a:p>
            <a:pPr indent="-3163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2"/>
              <a:buAutoNum type="arabicPeriod"/>
            </a:pPr>
            <a:r>
              <a:rPr lang="en" sz="1382">
                <a:solidFill>
                  <a:schemeClr val="dk1"/>
                </a:solidFill>
              </a:rPr>
              <a:t>Feature extraction with a shared U-Net encoder</a:t>
            </a:r>
            <a:br>
              <a:rPr lang="en" sz="1382">
                <a:solidFill>
                  <a:schemeClr val="dk1"/>
                </a:solidFill>
              </a:rPr>
            </a:br>
            <a:endParaRPr sz="1382">
              <a:solidFill>
                <a:schemeClr val="dk1"/>
              </a:solidFill>
            </a:endParaRPr>
          </a:p>
          <a:p>
            <a:pPr indent="-3163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2"/>
              <a:buAutoNum type="arabicPeriod"/>
            </a:pPr>
            <a:r>
              <a:rPr lang="en" sz="1382">
                <a:solidFill>
                  <a:schemeClr val="dk1"/>
                </a:solidFill>
              </a:rPr>
              <a:t>Decoder merges the differences to predict a </a:t>
            </a:r>
            <a:r>
              <a:rPr b="1" lang="en" sz="1382">
                <a:solidFill>
                  <a:schemeClr val="dk1"/>
                </a:solidFill>
              </a:rPr>
              <a:t>binary change mask</a:t>
            </a:r>
            <a:br>
              <a:rPr b="1" lang="en" sz="1382">
                <a:solidFill>
                  <a:schemeClr val="dk1"/>
                </a:solidFill>
              </a:rPr>
            </a:br>
            <a:endParaRPr sz="138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090"/>
          </a:p>
        </p:txBody>
      </p:sp>
      <p:sp>
        <p:nvSpPr>
          <p:cNvPr id="78" name="Google Shape;78;p16"/>
          <p:cNvSpPr txBox="1"/>
          <p:nvPr/>
        </p:nvSpPr>
        <p:spPr>
          <a:xfrm>
            <a:off x="5017875" y="1015650"/>
            <a:ext cx="36480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</a:rPr>
              <a:t>Baseline: Standard U-Net</a:t>
            </a:r>
            <a:br>
              <a:rPr lang="en" sz="1350">
                <a:solidFill>
                  <a:schemeClr val="dk1"/>
                </a:solidFill>
              </a:rPr>
            </a:br>
            <a:r>
              <a:rPr lang="en" sz="1350">
                <a:solidFill>
                  <a:schemeClr val="dk1"/>
                </a:solidFill>
              </a:rPr>
              <a:t> Proposed upgrades: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Siamese architecture for temporal comparison</a:t>
            </a:r>
            <a:br>
              <a:rPr lang="en" sz="1350">
                <a:solidFill>
                  <a:schemeClr val="dk1"/>
                </a:solidFill>
              </a:rPr>
            </a:b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Loss functions tuned for imbalanced labels (Dice + BCE)</a:t>
            </a:r>
            <a:br>
              <a:rPr lang="en" sz="1350">
                <a:solidFill>
                  <a:schemeClr val="dk1"/>
                </a:solidFill>
              </a:rPr>
            </a:b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Evaluation using IoU, F1, Precision, and Recall</a:t>
            </a:r>
            <a:endParaRPr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650" y="573500"/>
            <a:ext cx="616801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Dataset: </a:t>
            </a:r>
            <a:r>
              <a:rPr b="1" lang="en" sz="1500">
                <a:solidFill>
                  <a:schemeClr val="dk1"/>
                </a:solidFill>
              </a:rPr>
              <a:t>LEVIR-CD</a:t>
            </a:r>
            <a:r>
              <a:rPr lang="en" sz="1500">
                <a:solidFill>
                  <a:schemeClr val="dk1"/>
                </a:solidFill>
              </a:rPr>
              <a:t> 🛰️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High-resolution satellite images (512×512 crops)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637 image pairs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21,000+ annotated building changes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Links: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Dataset —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https://justchenhao.github.io/LEVIR/</a:t>
            </a:r>
            <a:br>
              <a:rPr lang="en" sz="1500" u="sng">
                <a:solidFill>
                  <a:schemeClr val="hlink"/>
                </a:solidFill>
                <a:hlinkClick r:id="rId5"/>
              </a:rPr>
            </a:br>
            <a:r>
              <a:rPr lang="en" sz="1500">
                <a:solidFill>
                  <a:schemeClr val="dk1"/>
                </a:solidFill>
              </a:rPr>
              <a:t>Model reference —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chemeClr val="hlink"/>
                </a:solidFill>
                <a:hlinkClick r:id="rId7"/>
              </a:rPr>
              <a:t>https://github.com/qubvel/segmentation_models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Labels: Binary masks showing where new structures appeared or old ones were removed.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25" y="1640175"/>
            <a:ext cx="835342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trained Siamese U-Net model capable of detecting urban development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Quantified performance using: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IoU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F1 score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Precision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Recall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Clear visualization of detected change regions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Stretch goal: Compare with state-of-the-art change detection methods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